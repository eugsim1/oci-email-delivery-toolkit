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101afbd939498c" /><Relationship Type="http://schemas.openxmlformats.org/officeDocument/2006/relationships/extended-properties" Target="/docProps/app.xml" Id="R7cf2c41d95934dd1" /><Relationship Type="http://schemas.openxmlformats.org/officeDocument/2006/relationships/officeDocument" Target="/ppt/presentation.xml" Id="R7feefeb9c700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406198c474e9b"/>
  </p:sldMasterIdLst>
  <p:notesMasterIdLst>
    <p:notesMasterId xmlns:r="http://schemas.openxmlformats.org/officeDocument/2006/relationships" r:id="Rda1e3679e39f432c"/>
  </p:notesMasterIdLst>
  <p:sldIdLst>
    <p:sldId xmlns:r="http://schemas.openxmlformats.org/officeDocument/2006/relationships" id="256" r:id="R40e2804ae7a040bc"/>
    <p:sldId xmlns:r="http://schemas.openxmlformats.org/officeDocument/2006/relationships" id="257" r:id="Ree075a673fa04893"/>
    <p:sldId xmlns:r="http://schemas.openxmlformats.org/officeDocument/2006/relationships" id="258" r:id="R16bcae6b2a90412e"/>
    <p:sldId xmlns:r="http://schemas.openxmlformats.org/officeDocument/2006/relationships" id="259" r:id="Reeba3b50534f4427"/>
    <p:sldId xmlns:r="http://schemas.openxmlformats.org/officeDocument/2006/relationships" id="260" r:id="Rc810336eb9844dfd"/>
    <p:sldId xmlns:r="http://schemas.openxmlformats.org/officeDocument/2006/relationships" id="261" r:id="Re8e2787c17fe4f82"/>
    <p:sldId xmlns:r="http://schemas.openxmlformats.org/officeDocument/2006/relationships" id="262" r:id="Re3cae638cae14545"/>
    <p:sldId xmlns:r="http://schemas.openxmlformats.org/officeDocument/2006/relationships" id="263" r:id="R3e244684deed4e9e"/>
    <p:sldId xmlns:r="http://schemas.openxmlformats.org/officeDocument/2006/relationships" id="264" r:id="R20ad73145c9e418f"/>
    <p:sldId xmlns:r="http://schemas.openxmlformats.org/officeDocument/2006/relationships" id="265" r:id="R957eae11db624d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66aa2f823d4db8" /><Relationship Type="http://schemas.openxmlformats.org/officeDocument/2006/relationships/slideMaster" Target="/ppt/slideMasters/slideMaster1.xml" Id="R01c406198c474e9b" /><Relationship Type="http://schemas.openxmlformats.org/officeDocument/2006/relationships/notesMaster" Target="/ppt/notesMasters/notesMaster1.xml" Id="Rda1e3679e39f432c" /><Relationship Type="http://schemas.openxmlformats.org/officeDocument/2006/relationships/presProps" Target="/ppt/presProps.xml" Id="R6a9a8aeee8c045c1" /><Relationship Type="http://schemas.openxmlformats.org/officeDocument/2006/relationships/tableStyles" Target="/ppt/tableStyles.xml" Id="R0c3557c9e10548de" /><Relationship Type="http://schemas.openxmlformats.org/officeDocument/2006/relationships/slide" Target="/ppt/slides/slide1.xml" Id="R40e2804ae7a040bc" /><Relationship Type="http://schemas.openxmlformats.org/officeDocument/2006/relationships/slide" Target="/ppt/slides/slide2.xml" Id="Ree075a673fa04893" /><Relationship Type="http://schemas.openxmlformats.org/officeDocument/2006/relationships/slide" Target="/ppt/slides/slide3.xml" Id="R16bcae6b2a90412e" /><Relationship Type="http://schemas.openxmlformats.org/officeDocument/2006/relationships/slide" Target="/ppt/slides/slide4.xml" Id="Reeba3b50534f4427" /><Relationship Type="http://schemas.openxmlformats.org/officeDocument/2006/relationships/slide" Target="/ppt/slides/slide5.xml" Id="Rc810336eb9844dfd" /><Relationship Type="http://schemas.openxmlformats.org/officeDocument/2006/relationships/slide" Target="/ppt/slides/slide6.xml" Id="Re8e2787c17fe4f82" /><Relationship Type="http://schemas.openxmlformats.org/officeDocument/2006/relationships/slide" Target="/ppt/slides/slide7.xml" Id="Re3cae638cae14545" /><Relationship Type="http://schemas.openxmlformats.org/officeDocument/2006/relationships/slide" Target="/ppt/slides/slide8.xml" Id="R3e244684deed4e9e" /><Relationship Type="http://schemas.openxmlformats.org/officeDocument/2006/relationships/slide" Target="/ppt/slides/slide9.xml" Id="R20ad73145c9e418f" /><Relationship Type="http://schemas.openxmlformats.org/officeDocument/2006/relationships/slide" Target="/ppt/slides/slide10.xml" Id="R957eae11db62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e686b46c1e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65c50f82074f17" /><Relationship Type="http://schemas.openxmlformats.org/officeDocument/2006/relationships/notesMaster" Target="/ppt/notesMasters/notesMaster1.xml" Id="R14804e5d0c594d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b908f52214ea0" /><Relationship Type="http://schemas.openxmlformats.org/officeDocument/2006/relationships/notesMaster" Target="/ppt/notesMasters/notesMaster1.xml" Id="Rcba604b6292d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4073425e1f47e3" /><Relationship Type="http://schemas.openxmlformats.org/officeDocument/2006/relationships/notesMaster" Target="/ppt/notesMasters/notesMaster1.xml" Id="R64edd4e4951f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8b4cae3a5f4247" /><Relationship Type="http://schemas.openxmlformats.org/officeDocument/2006/relationships/notesMaster" Target="/ppt/notesMasters/notesMaster1.xml" Id="R077c96f88432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424e4059da4c8a" /><Relationship Type="http://schemas.openxmlformats.org/officeDocument/2006/relationships/notesMaster" Target="/ppt/notesMasters/notesMaster1.xml" Id="R2bf101b3f4c9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621c5b250470b" /><Relationship Type="http://schemas.openxmlformats.org/officeDocument/2006/relationships/notesMaster" Target="/ppt/notesMasters/notesMaster1.xml" Id="Rd52a113baedd45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be8d45d354cfe" /><Relationship Type="http://schemas.openxmlformats.org/officeDocument/2006/relationships/notesMaster" Target="/ppt/notesMasters/notesMaster1.xml" Id="R928fdc1b35a149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455e4fa5449bd" /><Relationship Type="http://schemas.openxmlformats.org/officeDocument/2006/relationships/notesMaster" Target="/ppt/notesMasters/notesMaster1.xml" Id="R7303d368a4dc46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85e339ce41496d" /><Relationship Type="http://schemas.openxmlformats.org/officeDocument/2006/relationships/notesMaster" Target="/ppt/notesMasters/notesMaster1.xml" Id="R6577d4eb1a884c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682ed85be94151" /><Relationship Type="http://schemas.openxmlformats.org/officeDocument/2006/relationships/notesMaster" Target="/ppt/notesMasters/notesMaster1.xml" Id="Rf9018b86e50f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  <a:p xmlns:a="http://schemas.openxmlformats.org/drawingml/2006/main">
            <a:r>
              <a:t>https://docs.oracle.com/en-us/iaas/Content/Email/Reference/deliverabilitybestpractices_topic-bestpractices.htm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  <a:p xmlns:a="http://schemas.openxmlformats.org/drawingml/2006/main">
            <a:r>
              <a:t>https://docs.oracle.com/en-us/iaas/Content/Email/Tasks/managingsuppressionlist.htm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  <a:p xmlns:a="http://schemas.openxmlformats.org/drawingml/2006/main">
            <a:r>
              <a:t>https://docs.oracle.com/en-us/iaas/Content/Email/Reference/gettingstarted.htm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https://docs.oracle.com/en-us/iaas/Content/Email/Tasks/configurespf.htm</a:t>
            </a:r>
          </a:p>
          <a:p xmlns:a="http://schemas.openxmlformats.org/drawingml/2006/main">
            <a:r>
              <a:t>https://docs.oracle.com/en-us/iaas/Content/Email/Tasks/managing_dkim-setup_email_domain_with_dkim.htm</a:t>
            </a:r>
          </a:p>
          <a:p xmlns:a="http://schemas.openxmlformats.org/drawingml/2006/main">
            <a:r>
              <a:t>https://docs.oracle.com/en-us/iaas/Content/Email/Reference/deliverabilitybestpractices_topic-bestpractices.htm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https://docs.oracle.com/en-us/iaas/Content/Email/Reference/gettingstarted_topic-create-policy.htm</a:t>
            </a:r>
          </a:p>
          <a:p xmlns:a="http://schemas.openxmlformats.org/drawingml/2006/main">
            <a:r>
              <a:t>https://docs.oracle.com/en-us/iaas/Content/Identity/policyreference/emailpolicyreference.htm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https://docs.oracle.com/en-us/iaas/Content/General/service-limits/default.htm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  <a:p xmlns:a="http://schemas.openxmlformats.org/drawingml/2006/main">
            <a:r>
              <a:t>https://docs.oracle.com/en-us/iaas/Content/Email/Reference/deliverabilitybestpractices_topic-bestpractices.htm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3141a7c0f4c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5a91f228ae49ec" /><Relationship Type="http://schemas.openxmlformats.org/officeDocument/2006/relationships/slideLayout" Target="/ppt/slideLayouts/slideLayout1.xml" Id="R0f24a4dca7124f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4a4dca7124f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06b0d1ef3437f" /><Relationship Type="http://schemas.openxmlformats.org/officeDocument/2006/relationships/image" Target="/ppt/media/image.png" Id="R027e71a21c554b81" /><Relationship Type="http://schemas.openxmlformats.org/officeDocument/2006/relationships/notesSlide" Target="/ppt/notesSlides/notesSlide1.xml" Id="R5fe010425a2d49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98f4869e5415f" /><Relationship Type="http://schemas.openxmlformats.org/officeDocument/2006/relationships/notesSlide" Target="/ppt/notesSlides/notesSlide2.xml" Id="Rae9f97da989e4c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0d04b00704719" /><Relationship Type="http://schemas.openxmlformats.org/officeDocument/2006/relationships/notesSlide" Target="/ppt/notesSlides/notesSlide3.xml" Id="R9d9c8e20316f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3b3f93c4d4f9c" /><Relationship Type="http://schemas.openxmlformats.org/officeDocument/2006/relationships/notesSlide" Target="/ppt/notesSlides/notesSlide4.xml" Id="Ra5ec36b2fef949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e86464e434737" /><Relationship Type="http://schemas.openxmlformats.org/officeDocument/2006/relationships/notesSlide" Target="/ppt/notesSlides/notesSlide5.xml" Id="Rd347fdf7559548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eaa79a70c465a" /><Relationship Type="http://schemas.openxmlformats.org/officeDocument/2006/relationships/notesSlide" Target="/ppt/notesSlides/notesSlide6.xml" Id="R24b2e07635fa45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783f33b624c4e" /><Relationship Type="http://schemas.openxmlformats.org/officeDocument/2006/relationships/notesSlide" Target="/ppt/notesSlides/notesSlide7.xml" Id="Rea894dbf157945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40de201384d58" /><Relationship Type="http://schemas.openxmlformats.org/officeDocument/2006/relationships/notesSlide" Target="/ppt/notesSlides/notesSlide8.xml" Id="R5535b3307a0943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0cf67a0de4a67" /><Relationship Type="http://schemas.openxmlformats.org/officeDocument/2006/relationships/notesSlide" Target="/ppt/notesSlides/notesSlide9.xml" Id="Re1b5aad4c4fa42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61173e7244ff9" /><Relationship Type="http://schemas.openxmlformats.org/officeDocument/2006/relationships/notesSlide" Target="/ppt/notesSlides/notesSlide10.xml" Id="Rd7e54b1c395741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e71a21c554b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22BC7-E7F5-4240-833C-354CD20B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848CB-4194-4A22-9536-7253799B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4B0CB-18A0-4D9B-B1C1-17449A60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810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0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09E"/>
                </a:solidFill>
                <a:latin typeface="Arial"/>
                <a:ea typeface="Arial"/>
                <a:cs typeface="Arial"/>
              </a:rPr>
              <a:t>OCI EMAIL DELIVERY ·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48A2B-B56C-4ADD-8DC8-A3511E3D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Foundations and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89452-AEDC-4CD7-81F4-934638E2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8E2D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8E2DE"/>
                </a:solidFill>
                <a:latin typeface="Arial"/>
                <a:ea typeface="Arial"/>
                <a:cs typeface="Arial"/>
              </a:rPr>
              <a:t>Service capabilities, regional boundaries, identity, trust, and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305F6-3B64-4B05-AD71-3A988D60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EB6B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EB6B0"/>
                </a:solidFill>
                <a:latin typeface="Arial"/>
                <a:ea typeface="Arial"/>
                <a:cs typeface="Arial"/>
              </a:rPr>
              <a:t>Technical training series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37379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E1B28-1F76-40BE-B127-5F36E089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SERVICE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347E5-B72F-4FED-A7A9-03C8E440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Outbound email for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1E4B3-5581-4762-BCC4-0D62C75C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99E83-D7F9-48CE-9A7C-93022FC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WHAT THE SERVICE HANDLES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766DA-4EC1-4035-8AB8-01C7F7C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05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SMTP and HTTPS submission for transactional or permitted bulk messages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Outbound transfer through Oracle-managed mail infrastructure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Bounce and complaint collection, suppression enforcement, and deliverability metrics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Shared IP pools by default, with dedicated IP options for suitable high-volume senders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CBEAB-8D2F-47B5-A7AF-329405CE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9763D-9C5A-4C25-A8DD-32EE8EE9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WHAT REMAINS WITH 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A4F9B-F07B-4376-99F9-86BE2672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Recipient consent, lawful content, and list hygiene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DNS ownership plus SPF, DKIM, and optional DMARC policy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Application templates, retry behavior, secret storage, and regional design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Inbox placement monitoring and remediation of reputation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6E5F-E071-403D-8C40-D4ADA95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7B312-CBDA-4055-833A-F5D52272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Email Delivery sends application mail. It does not provide user inboxes or personal correspondence mailboxes.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B5FA3-F98D-43EE-9255-535F9805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5B522-8BEF-4F18-BC6C-BA0F32B7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3463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757FA-3546-4D97-9809-27774924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SERVICE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E0F8B-9E29-4E61-8D27-1E886ED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Resources and operational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0AE61-DE5C-42EA-A2C9-7F3A532F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191250"/>
                <a:gridCol w="2628900"/>
              </a:tblGrid>
              <a:tr h="5578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Email domain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Own the sending namespace; attach DKIM and logs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Regional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Approved sender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Authorize the visible From address or DKIM-enabled domain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Regional / compartment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SMTP credentials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Authenticate an IAM user to the SMTP endpoint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Global 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Suppression list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Block repeated sends after hard bounces or complaints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Regional tenancy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Metrics and logs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Measure acceptance, relay, bounce, complaint, open, and click events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Regional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IP pools / return path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Control reputation strategy and bounce routing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Regional configuration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282A7-0462-4085-85CC-856C994F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Keep resource scope aligned with the regional SMTP endpoint used by the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263B6-A234-4485-9F6B-ADFC950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6B3E0-9BAB-4F3E-A772-977E1DEE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7990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E621F-A5AB-4F7C-B2C4-5BCF4F43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SUBMISSION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84B5D-0430-4D29-ADC8-E257D24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SMTP and HTTPS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4EABF-27EE-4D00-88BD-C6AF7FF7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06E86-B265-4B80-9989-51419CE7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SMTP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3294D-94C4-40EF-A4AA-31C89174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05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Uses Oracle-generated SMTP username and password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Current standard submission uses implicit TLS on port 465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Works with existing mail libraries, relays, and appliances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Credentials do not expire automatically; rotate them as secrets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66C6F-725A-4BD4-B4AA-7A4D2037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06EF3-6D8B-455B-B02F-63010782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E9243-7F6F-46F5-AFD2-D507129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Uses OCI-native authentication mechanisms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REST-oriented integration with SDK, CLI, or signed API requests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Oracle recommends considering HTTPS for new development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Avoids long-lived SMTP passwords when workload identity is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C8AEC-5580-4201-AB62-C0AE504C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CBFEF-265D-4296-B4B5-75718E91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toolkit implements SMTP because the requested integration uses SMTP credentials.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0E747-8DB9-4A9B-A876-DC825E56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11276-2BCA-44F6-8168-99F8E196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4813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CE5-1F66-40BF-84E2-03072BE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EBE71-A57E-4977-98DC-41747688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End-to-end SMTP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4EACA-AA1C-44D7-A73C-E32AC2DF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D1FBC-C3B1-4469-A06F-203F3D03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286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63740-3433-4367-BBB4-605989B1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Go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78BC8-0D71-423A-A4CC-B1B42C7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MIME message</a:t>
            </a:r>
          </a:p>
          <a:p xmlns:a="http://schemas.openxmlformats.org/drawingml/2006/main">
            <a:pPr>
              <a:defRPr sz="13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TLS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D22AC-13A1-43E5-9973-CF80E4B9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9450"/>
            <a:ext cx="857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24AA1-E7DB-4EA4-9F21-EF985BE9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399C4-5484-487A-990C-4F6ED35F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Regional Email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709B7-9FAB-426F-8F62-76D256A6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2EE"/>
                </a:solidFill>
                <a:latin typeface="Arial"/>
                <a:ea typeface="Arial"/>
                <a:cs typeface="Arial"/>
              </a:rPr>
              <a:t>AUTH PLAIN inside TLS</a:t>
            </a:r>
          </a:p>
          <a:p xmlns:a="http://schemas.openxmlformats.org/drawingml/2006/main">
            <a:pPr>
              <a:defRPr sz="1350" b="0">
                <a:solidFill>
                  <a:srgbClr val="FFF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2EE"/>
                </a:solidFill>
                <a:latin typeface="Arial"/>
                <a:ea typeface="Arial"/>
                <a:cs typeface="Arial"/>
              </a:rPr>
              <a:t>Approved sender check</a:t>
            </a:r>
          </a:p>
          <a:p xmlns:a="http://schemas.openxmlformats.org/drawingml/2006/main">
            <a:pPr>
              <a:defRPr sz="1350" b="0">
                <a:solidFill>
                  <a:srgbClr val="FFF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2EE"/>
                </a:solidFill>
                <a:latin typeface="Arial"/>
                <a:ea typeface="Arial"/>
                <a:cs typeface="Arial"/>
              </a:rPr>
              <a:t>Suppression enforcement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4C0D6-0C45-47FD-9638-0F2CF141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857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72B8E-1F67-45D1-B325-D975BFF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667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A9D41-2589-4453-8B95-3D091025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Recipient provider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60440-6E97-49FA-AA34-73D92B9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433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SPF + DKIM + DMARC</a:t>
            </a:r>
          </a:p>
          <a:p xmlns:a="http://schemas.openxmlformats.org/drawingml/2006/main">
            <a:pPr>
              <a:defRPr sz="13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Inbox, spam, bounce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CD084-CDC4-40BD-8634-0DCBFF67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B4C75-0F4C-47CA-83E1-DE6595EC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05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SPF TXT · DKIM CNAME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40AAE-6247-4EE1-83B7-44729415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5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7E30A-8AA6-4F14-9F4F-849B7C72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Metrics · accepted logs · relayed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E2BBB-A94D-4522-83E7-F11C0A3E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90504-6070-488D-9D0D-C64C0600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7262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B94E1-6B67-48BC-BDBC-651F2B92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REGIONAL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BCDDC-7679-4CE5-8A45-3BF68735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Global credentials, regional email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58687-2F4C-49E9-A961-3780748D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238500"/>
                <a:gridCol w="5581650"/>
              </a:tblGrid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Behavior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consequence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SMTP credential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Identity credential is global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Use a dedicated user; Oracle recommends separate credentials when configuring a new 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Approved sender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Exists only in the region where created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Create it in every sending region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Email domain / DKIM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Configured per 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Repeat setup and DNS validation for each 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Suppression list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Bounce and complaint state is regional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Review every active sending region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Endpoint / dashboard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Shows and accepts traffic for one 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Application, logs, and operations must reference the same 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A36F9-38DE-49BF-8F05-CFE6F328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 sender created in Phoenix cannot send through an Ashburn endpoint until it also exists in Ashburn.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EB429-2750-42CB-825D-42270E7F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4D655-4E05-42AC-8DD7-93DB4E82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1831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8F8A5-E869-4A10-A1FB-A369C5C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DOMAIN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D4553-C8A2-4539-A3F6-1DA5B799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Authentication chain for deliverability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15B31-DFDC-4BAF-947C-7348096A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EAA5B-8573-45B8-8A3A-A67BA3E8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4479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3ABD-D49D-4F62-A1CA-F11336C3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E165B-13E9-4D7F-9EAC-29B924EB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SPF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87A5-C93B-4FDB-B654-DBF5866F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105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DNS authorizes OCI sending infrastructure for the envelope domain.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2F773-C7AE-4477-BA94-9E75D564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63C87-E0A5-49B5-8ED9-DA5A287F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38375"/>
            <a:ext cx="24479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0CF78-7DAA-408D-880F-C9AD9BE8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F2BA7-41F0-41DB-99D9-9BAEB64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575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DKIM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56268-0690-47E5-B3ED-21BB6C67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48050"/>
            <a:ext cx="2105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2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2EE"/>
                </a:solidFill>
                <a:latin typeface="Arial"/>
                <a:ea typeface="Arial"/>
                <a:cs typeface="Arial"/>
              </a:rPr>
              <a:t>OCI signs the message with the configured email-domain key.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060EF-6DCF-48A9-886B-F73C76A3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471F6-05F5-49C0-A355-B15A080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4479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7CC0C-A7F4-4E10-9F63-C5655AED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4CB1E-4656-417C-B9FE-0BA05AE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DMARC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8ECF5-87CC-4672-83DD-FD132DF4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2105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The recipient evaluates alignment and applies the domain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5A3F9-B7C5-4F55-89CD-B8767B4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397C0-1538-48FE-AC2B-5A9C3E2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24479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B14B0-03FB-4193-9849-8900967D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B5BA5-1293-46D0-9B69-4A7AE58A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575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Reputation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39385-8B6B-44B0-B155-C290C8C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48050"/>
            <a:ext cx="2105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Bounces, complaints, cadence, and consent affect placement.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1EAE9-50E1-4EED-9C9B-92AABCF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Start DMARC with p=none while verifying all legitimate mail sources, then strengthen the policy deliberately.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D45B9-41A4-4555-B777-48B12605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6F103-1BB2-40E9-9B5A-B72B23FA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8829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777F7-A1E4-4694-BD19-062AE52D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70639-5348-45D5-A05A-89E5C65D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Least-privilege policy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7E260-EF99-4DCE-8238-A0BDBEE2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EC56E-5457-4433-8433-39ADE61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Separate the runtime sender from administrators who configure domains, senders, logs, and suppressions.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AFB27-FD07-4772-9102-5C8AED1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A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62F70-D66F-4489-A840-880AA086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Allow group 'Default'/'oci-email-senders' to use email-family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in compartment EmailPlatform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Allow group 'Default'/'oci-email-admins' to manage email-family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in compartment EmailPlatform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Allow group 'Default'/'oci-email-admins' to manage suppressions in tenancy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Allow group 'Default'/'oci-email-admins' to read log-content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in compartment EmailPlatform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D6DFA-EAFB-467F-A61A-27D543E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E4671-B67A-4743-A241-4CDA380E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69184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ABB18-B761-4121-AB4E-499A71D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0BEBB-E3F6-4A6B-9D37-20624EFB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Documented default service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33E60-1CD1-4D5A-B9A0-00AD1469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  <a:gridCol w="2095500"/>
                <a:gridCol w="2247900"/>
              </a:tblGrid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Paid / enterprise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Trial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Always Free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Emails in 24 hours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Approved senders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10,000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SMTP credentials per user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Emails per minute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Encoded message 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68574-9B45-4C24-8EDF-D7370A1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Check Limits, Quotas and Usage in the tenancy. SPF and DKIM are required before a limit increase.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87A64-112F-43F3-9D33-3E61E4F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9E229-C796-4CFA-B2DA-100E0B03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3341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23118-26E1-43CF-9624-D60B6F4B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DESIGN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90F74-DC33-47FE-B5BC-F8E9A19D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Decisions before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1DEEA-1075-4567-B49F-34D19D7C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FDB1C-B121-4ADF-BBAC-E292BFE6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E95F3-780E-4BF1-BF3F-C3C16DA8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05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One primary sending region and a documented failover approach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Dedicated compartment, email domain, and non-human SMTP user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Exact From addresses or a DKIM-enabled approved domain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Shared IP by default; dedicated IP only for stable, high volume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77621-DBB1-43C9-80D2-44A8F20A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ADA97-0597-42AC-AA0D-AA5C1DE5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56E8A-26CA-4900-AFA3-7E02C254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Secret storage and overlap rotation using the two credential slots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Logs enabled before testing; alarms for bounce and complaint changes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Recipient consent, unsubscribe handling, and suppression ownership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Capacity validated against recipients, encoded size, and burst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92DE0-4B38-4638-8637-74B9D88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DD477-18CE-4363-9770-1DDFC38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next deck turns these decisions into a complete Console and DNS setup.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3BD51-573C-405F-B53C-8FBFB3FD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Foundations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4B409-5E89-425B-9FC3-3525894F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8880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2026-09-22T12:08:49.3230000Z</dcterms:created>
  <dcterms:modified xsi:type="dcterms:W3CDTF">2026-09-22T12:08:49.3230000Z</dcterms:modified>
</coreProperties>
</file>