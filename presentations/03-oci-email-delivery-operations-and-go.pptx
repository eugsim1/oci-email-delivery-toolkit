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d700040e6b4926" /><Relationship Type="http://schemas.openxmlformats.org/officeDocument/2006/relationships/extended-properties" Target="/docProps/app.xml" Id="Rb7913c644ad54c59" /><Relationship Type="http://schemas.openxmlformats.org/officeDocument/2006/relationships/officeDocument" Target="/ppt/presentation.xml" Id="Rca0ce99588b94f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6695e8ecf14660"/>
  </p:sldMasterIdLst>
  <p:notesMasterIdLst>
    <p:notesMasterId xmlns:r="http://schemas.openxmlformats.org/officeDocument/2006/relationships" r:id="R057a4b00ba4844d1"/>
  </p:notesMasterIdLst>
  <p:sldIdLst>
    <p:sldId xmlns:r="http://schemas.openxmlformats.org/officeDocument/2006/relationships" id="256" r:id="R86eedc70000441b0"/>
    <p:sldId xmlns:r="http://schemas.openxmlformats.org/officeDocument/2006/relationships" id="257" r:id="R4b361cec947f4517"/>
    <p:sldId xmlns:r="http://schemas.openxmlformats.org/officeDocument/2006/relationships" id="258" r:id="R3e2dd8703ba7434a"/>
    <p:sldId xmlns:r="http://schemas.openxmlformats.org/officeDocument/2006/relationships" id="259" r:id="R782e7d875ac84f77"/>
    <p:sldId xmlns:r="http://schemas.openxmlformats.org/officeDocument/2006/relationships" id="260" r:id="R19e249536bf64662"/>
    <p:sldId xmlns:r="http://schemas.openxmlformats.org/officeDocument/2006/relationships" id="261" r:id="Rb7f439bfe4064b2b"/>
    <p:sldId xmlns:r="http://schemas.openxmlformats.org/officeDocument/2006/relationships" id="262" r:id="Rd3ff2cbf7fe84566"/>
    <p:sldId xmlns:r="http://schemas.openxmlformats.org/officeDocument/2006/relationships" id="263" r:id="Rc6e916434411453d"/>
    <p:sldId xmlns:r="http://schemas.openxmlformats.org/officeDocument/2006/relationships" id="264" r:id="R80099a735c5c4020"/>
    <p:sldId xmlns:r="http://schemas.openxmlformats.org/officeDocument/2006/relationships" id="265" r:id="Rb6227a1e09b7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420001d4a4abc" /><Relationship Type="http://schemas.openxmlformats.org/officeDocument/2006/relationships/slideMaster" Target="/ppt/slideMasters/slideMaster1.xml" Id="Re06695e8ecf14660" /><Relationship Type="http://schemas.openxmlformats.org/officeDocument/2006/relationships/notesMaster" Target="/ppt/notesMasters/notesMaster1.xml" Id="R057a4b00ba4844d1" /><Relationship Type="http://schemas.openxmlformats.org/officeDocument/2006/relationships/presProps" Target="/ppt/presProps.xml" Id="R2b7bf53c742b49f0" /><Relationship Type="http://schemas.openxmlformats.org/officeDocument/2006/relationships/tableStyles" Target="/ppt/tableStyles.xml" Id="R662fffe2ce534937" /><Relationship Type="http://schemas.openxmlformats.org/officeDocument/2006/relationships/slide" Target="/ppt/slides/slide1.xml" Id="R86eedc70000441b0" /><Relationship Type="http://schemas.openxmlformats.org/officeDocument/2006/relationships/slide" Target="/ppt/slides/slide2.xml" Id="R4b361cec947f4517" /><Relationship Type="http://schemas.openxmlformats.org/officeDocument/2006/relationships/slide" Target="/ppt/slides/slide3.xml" Id="R3e2dd8703ba7434a" /><Relationship Type="http://schemas.openxmlformats.org/officeDocument/2006/relationships/slide" Target="/ppt/slides/slide4.xml" Id="R782e7d875ac84f77" /><Relationship Type="http://schemas.openxmlformats.org/officeDocument/2006/relationships/slide" Target="/ppt/slides/slide5.xml" Id="R19e249536bf64662" /><Relationship Type="http://schemas.openxmlformats.org/officeDocument/2006/relationships/slide" Target="/ppt/slides/slide6.xml" Id="Rb7f439bfe4064b2b" /><Relationship Type="http://schemas.openxmlformats.org/officeDocument/2006/relationships/slide" Target="/ppt/slides/slide7.xml" Id="Rd3ff2cbf7fe84566" /><Relationship Type="http://schemas.openxmlformats.org/officeDocument/2006/relationships/slide" Target="/ppt/slides/slide8.xml" Id="Rc6e916434411453d" /><Relationship Type="http://schemas.openxmlformats.org/officeDocument/2006/relationships/slide" Target="/ppt/slides/slide9.xml" Id="R80099a735c5c4020" /><Relationship Type="http://schemas.openxmlformats.org/officeDocument/2006/relationships/slide" Target="/ppt/slides/slide10.xml" Id="Rb6227a1e09b7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6a455ea3b045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b0740722e846ba" /><Relationship Type="http://schemas.openxmlformats.org/officeDocument/2006/relationships/notesMaster" Target="/ppt/notesMasters/notesMaster1.xml" Id="R10025ad3efa744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0efef531374cf1" /><Relationship Type="http://schemas.openxmlformats.org/officeDocument/2006/relationships/notesMaster" Target="/ppt/notesMasters/notesMaster1.xml" Id="R1b434e9f760f41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45bf2ed8904bcd" /><Relationship Type="http://schemas.openxmlformats.org/officeDocument/2006/relationships/notesMaster" Target="/ppt/notesMasters/notesMaster1.xml" Id="R7a696c8355354a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876a25a6e84624" /><Relationship Type="http://schemas.openxmlformats.org/officeDocument/2006/relationships/notesMaster" Target="/ppt/notesMasters/notesMaster1.xml" Id="Rae45796b9c1840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89b6ca5f6f470d" /><Relationship Type="http://schemas.openxmlformats.org/officeDocument/2006/relationships/notesMaster" Target="/ppt/notesMasters/notesMaster1.xml" Id="R09bd3b4343ec4f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e2d92a915a4327" /><Relationship Type="http://schemas.openxmlformats.org/officeDocument/2006/relationships/notesMaster" Target="/ppt/notesMasters/notesMaster1.xml" Id="R4b08f62ee60f4b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c00015e464523" /><Relationship Type="http://schemas.openxmlformats.org/officeDocument/2006/relationships/notesMaster" Target="/ppt/notesMasters/notesMaster1.xml" Id="Rcb1a324e78594c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4f4551df7d49e9" /><Relationship Type="http://schemas.openxmlformats.org/officeDocument/2006/relationships/notesMaster" Target="/ppt/notesMasters/notesMaster1.xml" Id="R4f4479c4de7748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e37ed530f54122" /><Relationship Type="http://schemas.openxmlformats.org/officeDocument/2006/relationships/notesMaster" Target="/ppt/notesMasters/notesMaster1.xml" Id="Ra0dc3d8fb99e41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6e3453c4794a8f" /><Relationship Type="http://schemas.openxmlformats.org/officeDocument/2006/relationships/notesMaster" Target="/ppt/notesMasters/notesMaster1.xml" Id="R1ea1d4bae116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  <a:p xmlns:a="http://schemas.openxmlformats.org/drawingml/2006/main">
            <a:r>
              <a:t>https://docs.oracle.com/en-us/iaas/Content/Identity/access/working-with-smtp-credentials.htm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https://docs.oracle.com/en-us/iaas/Content/General/service-limits/default.htm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  <a:p xmlns:a="http://schemas.openxmlformats.org/drawingml/2006/main">
            <a:r>
              <a:t>https://docs.oracle.com/en-us/iaas/Content/Identity/access/working-with-smtp-credentials.htm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https://docs.oracle.com/en-us/iaas/Content/Identity/access/working-with-smtp-credentials.htm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  <a:p xmlns:a="http://schemas.openxmlformats.org/drawingml/2006/main">
            <a:r>
              <a:t>https://docs.oracle.com/en-us/iaas/Content/Email/Reference/log-guide.htm</a:t>
            </a:r>
          </a:p>
          <a:p xmlns:a="http://schemas.openxmlformats.org/drawingml/2006/main">
            <a:r>
              <a:t>https://docs.oracle.com/en-us/iaas/Content/Email/Tasks/managingsuppressionlist.htm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https://docs.oracle.com/en-us/iaas/Content/Email/Reference/log-guide.htm</a:t>
            </a:r>
          </a:p>
          <a:p xmlns:a="http://schemas.openxmlformats.org/drawingml/2006/main">
            <a:r>
              <a:t>https://docs.oracle.com/en-us/iaas/Content/Email/Tasks/managingsuppressionlist.htm</a:t>
            </a:r>
          </a:p>
          <a:p xmlns:a="http://schemas.openxmlformats.org/drawingml/2006/main">
            <a:r>
              <a:t>https://docs.oracle.com/en-us/iaas/Content/General/service-limits/default.htm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https://docs.oracle.com/en-us/iaas/Content/Email/Reference/deliverabilitybestpractices_topic-bestpractices.htm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  <a:p xmlns:a="http://schemas.openxmlformats.org/drawingml/2006/main">
            <a:r>
              <a:t>https://docs.oracle.com/en-us/iaas/Content/Identity/access/working-with-smtp-credentials.htm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bfbb76de846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61efab71a34ab6" /><Relationship Type="http://schemas.openxmlformats.org/officeDocument/2006/relationships/slideLayout" Target="/ppt/slideLayouts/slideLayout1.xml" Id="R6a7c1673f528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7c1673f528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b56529e674723" /><Relationship Type="http://schemas.openxmlformats.org/officeDocument/2006/relationships/image" Target="/ppt/media/image.png" Id="R65a82c0d45294d80" /><Relationship Type="http://schemas.openxmlformats.org/officeDocument/2006/relationships/notesSlide" Target="/ppt/notesSlides/notesSlide1.xml" Id="Reaabbe74c15e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9022dde34457e" /><Relationship Type="http://schemas.openxmlformats.org/officeDocument/2006/relationships/notesSlide" Target="/ppt/notesSlides/notesSlide2.xml" Id="R3c59bcf619ae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49c58539e4096" /><Relationship Type="http://schemas.openxmlformats.org/officeDocument/2006/relationships/notesSlide" Target="/ppt/notesSlides/notesSlide3.xml" Id="Rc5710d45bb7246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9a42deae64d4a" /><Relationship Type="http://schemas.openxmlformats.org/officeDocument/2006/relationships/notesSlide" Target="/ppt/notesSlides/notesSlide4.xml" Id="Rf50f9999633945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e0146f7bb468b" /><Relationship Type="http://schemas.openxmlformats.org/officeDocument/2006/relationships/notesSlide" Target="/ppt/notesSlides/notesSlide5.xml" Id="Rb17506f71bbe40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21b55c025465c" /><Relationship Type="http://schemas.openxmlformats.org/officeDocument/2006/relationships/notesSlide" Target="/ppt/notesSlides/notesSlide6.xml" Id="R8d36991e4f2e4d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cee8775204204" /><Relationship Type="http://schemas.openxmlformats.org/officeDocument/2006/relationships/notesSlide" Target="/ppt/notesSlides/notesSlide7.xml" Id="R3cb76952fe6046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d4bbea1434e0f" /><Relationship Type="http://schemas.openxmlformats.org/officeDocument/2006/relationships/notesSlide" Target="/ppt/notesSlides/notesSlide8.xml" Id="R93959e44f26240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6c90acef944ef" /><Relationship Type="http://schemas.openxmlformats.org/officeDocument/2006/relationships/notesSlide" Target="/ppt/notesSlides/notesSlide9.xml" Id="Rc3c68d6be2784d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11ee725ea4ee3" /><Relationship Type="http://schemas.openxmlformats.org/officeDocument/2006/relationships/notesSlide" Target="/ppt/notesSlides/notesSlide10.xml" Id="Rabbb1166532142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82c0d45294d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04846-213D-449A-9E7C-E3EDD85C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A41ED-C858-493F-9E44-165E9F34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EC075-D689-4A6B-8020-14F3A04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810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0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09E"/>
                </a:solidFill>
                <a:latin typeface="Arial"/>
                <a:ea typeface="Arial"/>
                <a:cs typeface="Arial"/>
              </a:rPr>
              <a:t>OCI EMAIL DELIVERY ·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61BCE-D029-41DE-B791-D2648380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Operations and Go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3190A-976D-40E4-BC17-6A31F55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8E2D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8E2DE"/>
                </a:solidFill>
                <a:latin typeface="Arial"/>
                <a:ea typeface="Arial"/>
                <a:cs typeface="Arial"/>
              </a:rPr>
              <a:t>A secure SMTP client, deployment contract, observability, rotation, and troubleshooting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8C704-608B-4E5A-950F-7DFCA981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EB6B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EB6B0"/>
                </a:solidFill>
                <a:latin typeface="Arial"/>
                <a:ea typeface="Arial"/>
                <a:cs typeface="Arial"/>
              </a:rPr>
              <a:t>Technical training series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78545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22EC-F085-4D06-A8A4-F33C6A83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CONFIGURATION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7D72B-CCBF-4A63-966A-02A05891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Environment variables used by the Go client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41B7E-1CC7-4CA5-B4C9-A6EF339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428750"/>
                <a:gridCol w="6057900"/>
              </a:tblGrid>
              <a:tr h="48815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OCI_SMTP_HOST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Regional public SMTP endpoint copied from OCI Configuration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OCI_SMTP_USERNAME / PASSWORD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Oracle-generated SMTP credential pair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OCI_EMAIL_FROM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Exact approved sender or address in an approved domain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OCI_EMAIL_TO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Comma-separated recipient list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OCI_EMAIL_TEXT or HTML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Plain or HTML body; both create multipart/alternative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OCI_SMTP_PORT / MODE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Defaults to 465 and implicit TLS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OCI_EMAIL_CC / SUBJECT / 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Optional delivery and client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F2D38-9A35-4178-A983-4B650576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The program reads credentials from the environment and never accepts them as command-line flags.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1D6AA-7DD4-4F3E-8D41-7FE7B4EB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F02B0-3BFC-4D11-8756-437A1736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8607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4A589C-D4D4-4624-A16F-62B97121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PROGRAM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D49ED-31E2-4793-A636-C1F0195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Send path inside the Go client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EDF0D-5C31-4FDE-97B8-5B8A6AD4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BA8A5-EF30-473F-8FD9-9F0BA0CA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8181D-3E21-4095-95DC-766E2D4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010C4-59FD-47E9-97A9-297B605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A8590-3A6F-44B1-B4B4-0AA8496A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Environment, address syntax, body, and subject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E7F14-9FFB-4D53-A011-EE7CC70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1D302-5AF4-41E8-97D7-CAE78733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C5F18-27CA-48D1-8429-B7A86494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05B00-F3E8-4828-BCED-9AD1FF19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Compose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695DB-93A4-4B8F-B0EB-52197B4B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RFC-style headers and MIME alternative body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080B4-8FCC-414A-A1E8-98C0B2E6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EADEE-494C-4B75-97E4-BEE74907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FB006-7459-49FE-96E0-4B9CB54A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7D445-AA2A-42FB-B885-46AB3F98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09407-9882-4A83-BDD7-7B3A90E1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2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2EE"/>
                </a:solidFill>
                <a:latin typeface="Arial"/>
                <a:ea typeface="Arial"/>
                <a:cs typeface="Arial"/>
              </a:rPr>
              <a:t>TLS 1.2+ to the regional endpoint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08D10-B4D5-4FEB-92A5-5CB92FEB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21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7412D-95B4-43F7-B863-5761AAC0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299B9-2435-4041-A6F2-19D63C5F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10D71-86F4-4A67-93B1-2E9F5AA3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Authenticate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FC188-6547-4F8E-BADC-8E4AEA0D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AUTH PLAIN inside the encrypted session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6A909-B26A-4827-9522-406EB94E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A4AD9-28FF-4D63-99ED-550F694B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3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1C172-D08B-4604-81B9-F033E94A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41599-F501-4BF0-8C50-F543D00B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E2AE6-CB5A-4A8D-9951-CA598005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MAIL FROM, RCPT TO, DATA, and QUIT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9E41D-9674-4642-98E2-B3C864CE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A context deadline bounds the network session; SMTP errors return to the caller with the failed stage.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C7BF2F-08F4-4453-A854-81C20838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9C68D4-036B-4C1F-877A-6CF82F82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8996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F619B-507C-41A3-A6A6-5B52E52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TLS AND AUTH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BE732-6465-4418-BE41-FF2C17D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Implicit TLS on port 465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79B55-0712-43A3-9380-AA9D1E0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55914-336F-4D19-A660-4C381EEE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The client verifies the endpoint certificate and authenticates only after the encrypted connection exists.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926BB-A317-43C5-9C79-904239A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A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351D0-8B6F-4FFA-9917-78364D3B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tlsConfig := &amp;tls.Config{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  ServerName: host,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  MinVersion: tls.VersionTLS12,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conn, err := tls.DialWithDialer(dialer, "tcp", address, tlsConfig)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client, err := smtp.NewClient(conn, host)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auth := smtp.PlainAuth("", username, password, host)</a:t>
            </a:r>
          </a:p>
          <a:p xmlns:a="http://schemas.openxmlformats.org/drawingml/2006/main">
            <a:pPr>
              <a:defRPr sz="14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err = client.Auth(auth)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9C011-C508-4E17-865C-18D2D05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2329E-8B79-4ADC-ABD9-F6FF7793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05715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38A01-A2C4-4002-8311-A2E4DB7F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MESSAGE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70F7F-F567-4CEC-998D-F232DF2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MIME and recipient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82DBA-F1BC-4CBC-9A5E-240E70AF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8DDE1-1BB2-4C48-BEAC-7635E6DA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0ECFC-30EC-4775-8BBB-092326A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05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Adds Date, Message-ID, MIME-Version, To, Cc, From, and encoded Subject headers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Normalizes line endings to CRLF for SMTP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Creates multipart/alternative when text and HTML bodies exist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Does not add Bcc headers; envelope recipients remain independent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80B3E-B0EF-4442-926F-24BC13F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46E09-2996-453A-8FA0-37DF8446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72BD4-2422-4447-AF06-5E1433B4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Parses addresses with Go's net/mail package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Rejects carriage returns or line feeds in the subject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Uses the approved From address as the SMTP envelope sender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Provides -dry-run to inspect MIME without connecting or requiring credentials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3F524-7168-4F46-84D1-05A937E6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26720-1CED-45A7-8382-608F0A69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sample intentionally omits attachments so encoded size remains easy to control under the default 2 MB limit.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8A45C-A6A7-4F47-B636-181B1402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1AB7A-5071-419C-A9A9-561C472B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7830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F2530-0A06-4456-979B-42B725D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FBF8F-21DD-4604-9091-38463938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Build, inspect, and send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BB024-EF84-41D5-B6C4-BF8A5E78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800DB-34CF-48D1-905F-A7A5F3CD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Use the regional endpoint from the OCI Console and inject secrets through the deployment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04F82-1136-4EFC-8ECA-FEFCA8F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A4A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698B0-2EF4-41C3-9336-6BFB84C3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$env:OCI_SMTP_HOST = 'smtp.email.eu-frankfurt-1.oci.oraclecloud.com'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$env:OCI_SMTP_PORT = '465'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$env:OCI_SMTP_MODE = 'tls'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$env:OCI_SMTP_USERNAME = '&lt;generated-user&gt;'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$env:OCI_SMTP_PASSWORD = '&lt;generated-password&gt;'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$env:OCI_EMAIL_FROM = 'no-reply@mail.example.com'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$env:OCI_EMAIL_TO = 'recipient@example.net'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$env:OCI_EMAIL_TEXT = 'OCI Email Delivery validation'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go test ./...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go run ./cmd/oci-smtp-mailer -dry-run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go run ./cmd/oci-smtp-mailer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1373E-4D84-4976-973B-67C86B1B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52D23-1947-43F2-8F1E-B3CA57E1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6918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E3137-FABD-44BE-95AF-B2EBD97C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SECRET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82533-D4C7-4432-A32C-BC812E9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Zero-downtime credential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D778D-9AE0-4F39-B170-C89653A1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D9B30-5B1A-46C4-955F-DE5B417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C91DB-CDDE-4E34-8DC2-C8B2AB0F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D320F-4516-4EE6-A1AE-71DBFD27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71444-0E8C-4EFE-80B8-3EAB2B38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Generate the second SMTP credential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DC526-0BE7-4204-B079-F09737F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59629-8DF9-4AB7-81A6-1DD314A5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E8594-476D-4076-9A85-3F6C1EFA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D8EF4-CC7E-4648-9041-CA1834B0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Store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69FCE-8EEB-4F0B-8D33-00D38109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Add it as a new secret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6CF57-3E79-4CDB-9CCB-C00AF14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26624-E68E-4E82-9453-256E355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E7BA5-BBBC-483D-802B-FB7B1669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5B453-E5A7-4E4E-B402-20922D6C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EA08E-C0CA-4214-8BE7-DF3374D4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Update the application without logging the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25BF9-2C1D-4C5C-913C-6FC42E0E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21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91243-FB4B-44AC-8AD9-BD43EB58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5B134-5AA4-44D9-8FB4-F09653A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D6D45-12AC-45A4-9027-536829BE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37C2A-A8C7-4341-97AB-1E292290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2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2EE"/>
                </a:solidFill>
                <a:latin typeface="Arial"/>
                <a:ea typeface="Arial"/>
                <a:cs typeface="Arial"/>
              </a:rPr>
              <a:t>Send and confirm accepted plus relayed 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EC57C-A2EC-45AB-B0BC-6DAD850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54CBD-DECE-4681-B7F6-721C5DF5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30" y="2238375"/>
            <a:ext cx="1912620" cy="2047875"/>
          </a:xfrm>
          <a:prstGeom xmlns:a="http://schemas.openxmlformats.org/drawingml/2006/main" prst="roundRect">
            <a:avLst>
              <a:gd name="adj" fmla="val 3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735B7-B1E5-40BF-A5AF-1E9E684B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C46E32-AA90-4209-A029-E39C1695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2857500"/>
            <a:ext cx="1569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Retire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9D2E4-2C88-4490-80D6-74F4FDBD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448050"/>
            <a:ext cx="156972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Delete the old OCI credential and secret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F4A79-B1CD-4EAC-9A48-9988122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Each IAM user has two credential slots. Preserve one slot so rotation can overlap safely.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95CC5C-8735-4DB4-90B7-8FDAE83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60DF0D-B2F0-4B34-AEF0-779F966F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7187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1989D-70DE-4A27-A76D-AC76D35E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D6491-6C01-4C87-BCDC-9617E31C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Metrics and logs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91FBD-5060-4C43-97B3-89347795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00650"/>
              </a:tblGrid>
              <a:tr h="7810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it for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91440" marR="91440" marT="45720" marB="45720">
                    <a:solidFill>
                      <a:srgbClr val="26262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Metrics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Trends, alerts, capacity, dashboards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Accepted, relayed, hard bounce, soft bounce, suppressed, complaint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OutboundAccepted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Submission diagnosis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Accepted request, invalid sender, suppressed recipient, authorization error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OutboundRelayed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Downstream delivery and engagement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Relay, hard/soft bounce, complaint, unsubscribe, open, click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Suppression list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Preventing repeated harmful sends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Complaint, hard bounce, manual entry, list-unsubscribe</a:t>
                      </a:r>
                    </a:p>
                  </a:txBody>
                  <a:tcPr marL="91440" marR="91440" marT="45720" marB="45720">
                    <a:solidFill>
                      <a:srgbClr val="F1EC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5F336-4CC1-4860-B637-1E7FF897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documents 90 days of metric data; detailed logs must be enabled per email domain.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A3AB2-8B74-4F05-BD9D-B5E57E25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724B2-A5D9-4A36-A93F-07B760E2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0153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4D18B-F821-4822-B03B-C12FED89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INCIDENT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88CDF-5C40-4106-A6D7-11E3AF5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Fast troubleshooting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94290-B655-4C68-89CB-42A13CEF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11DAF-4AA0-4B28-8F85-26E1F426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BEFORE OCI ACCEPTS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5A32-4A0A-470B-A855-44798981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05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Timeout: endpoint, DNS, proxy, firewall, and outbound port 465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TLS failure: hostname, certificate trust, TLS interception, and runtime age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535: SMTP username/password pair, credential status, and copy accuracy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Sender rejection: region, approved sender, IAM group, and policy propagation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E808C-8823-4A61-B583-C8CCE806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B1E97-A6BF-42F3-90C0-3543BC11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AFTER OCI ACCEPTS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47619-F1C4-4DA8-8FD6-2A06D00D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Suppressed: inspect reason before any deletion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Bounced: query OutboundRelayed fields and recipient provider response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Spam folder: inspect SPF, DKIM, DMARC, content, and reputation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Limit error: confirm recipient-count math, encoded size, daily volume, and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DB662-7564-4C0A-9954-C314B8B4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2D94C-C52C-44E1-A73A-8231664C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SMTP acceptance confirms handoff to OCI. Relay logs and destination headers establish the downstream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E6BBC-403B-4AE4-B81A-58051B89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BAE63-FDB2-4998-BD8D-7D32538E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6229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7111D-25EF-4B65-A84D-561C92D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RUNBOOK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B31E3-54A9-4340-8D91-E084D76A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Production operating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3DB18-5897-43C9-8B62-93F08772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AA147-B125-4BA6-B02C-F063F54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DAILY AND WEEKLY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DA565-BD1C-4684-B5A1-ADA40FE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05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Review bounces, complaints, suppressions, and unusual volume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Investigate delivery changes by sender domain and approved sender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Remove invalid recipients at the source system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Confirm logs and alarms continue to 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95B1B-4855-405E-8251-BDC93FFE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087A8-2C9D-47E5-875E-2363390F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PERIODIC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C37CC-6EF3-40CE-8DA6-11C1ABEF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Rotate SMTP credentials and verify deletion of the old pair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Review IAM membership, policies, quotas, and approved senders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Validate SPF, DKIM, and DMARC after DNS or provider changes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Reassess shared versus dedicated IP only when volume is stable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1F948-DB7A-4983-8E7A-7E74C1EF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1336-71F1-4879-B610-02A4DA8C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Markdown runbook contains the complete Console, DNS, validation, and incident procedures.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3D7BC-FF7A-4FD9-A020-9A7D1EC0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Operations and 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3AEEC-43C2-4049-BD0F-45D73458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6733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2026-09-22T12:09:08.4420000Z</dcterms:created>
  <dcterms:modified xsi:type="dcterms:W3CDTF">2026-09-22T12:09:08.4420000Z</dcterms:modified>
</coreProperties>
</file>